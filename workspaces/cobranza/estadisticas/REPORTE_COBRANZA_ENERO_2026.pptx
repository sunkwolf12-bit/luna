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173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977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1034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947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7638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2575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7072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20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42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4021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133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905421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0099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09204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5622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9250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5035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704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8587" y="161365"/>
            <a:ext cx="6347714" cy="1320800"/>
          </a:xfrm>
        </p:spPr>
        <p:txBody>
          <a:bodyPr/>
          <a:lstStyle/>
          <a:p>
            <a:r>
              <a:rPr dirty="0" err="1"/>
              <a:t>Grafica</a:t>
            </a:r>
            <a:r>
              <a:rPr dirty="0"/>
              <a:t> General</a:t>
            </a:r>
          </a:p>
        </p:txBody>
      </p:sp>
      <p:pic>
        <p:nvPicPr>
          <p:cNvPr id="3" name="Picture 2" descr="GraficaGene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82" y="1581057"/>
            <a:ext cx="8621486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975" y="143435"/>
            <a:ext cx="6347714" cy="1320800"/>
          </a:xfrm>
        </p:spPr>
        <p:txBody>
          <a:bodyPr/>
          <a:lstStyle/>
          <a:p>
            <a:r>
              <a:rPr dirty="0" err="1"/>
              <a:t>CobranzaCorriente</a:t>
            </a:r>
            <a:endParaRPr dirty="0"/>
          </a:p>
        </p:txBody>
      </p:sp>
      <p:pic>
        <p:nvPicPr>
          <p:cNvPr id="3" name="Picture 2" descr="CobranzaCorrien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92" y="1685365"/>
            <a:ext cx="8621486" cy="502920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DFFDAF38-34B4-45F9-BD16-A6E006D89565}"/>
              </a:ext>
            </a:extLst>
          </p:cNvPr>
          <p:cNvSpPr txBox="1"/>
          <p:nvPr/>
        </p:nvSpPr>
        <p:spPr>
          <a:xfrm>
            <a:off x="3012141" y="812800"/>
            <a:ext cx="38906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dirty="0">
                <a:solidFill>
                  <a:srgbClr val="00B050"/>
                </a:solidFill>
              </a:rPr>
              <a:t>TOTAL $1,608,391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69" y="152400"/>
            <a:ext cx="6347714" cy="1320800"/>
          </a:xfrm>
        </p:spPr>
        <p:txBody>
          <a:bodyPr/>
          <a:lstStyle/>
          <a:p>
            <a:r>
              <a:rPr dirty="0" err="1"/>
              <a:t>Cancelaciones</a:t>
            </a:r>
            <a:endParaRPr dirty="0"/>
          </a:p>
        </p:txBody>
      </p:sp>
      <p:pic>
        <p:nvPicPr>
          <p:cNvPr id="3" name="Picture 2" descr="Cancelacio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257" y="1748118"/>
            <a:ext cx="8621486" cy="502920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C36758DC-17F5-418C-BFB4-6E354545058A}"/>
              </a:ext>
            </a:extLst>
          </p:cNvPr>
          <p:cNvSpPr txBox="1"/>
          <p:nvPr/>
        </p:nvSpPr>
        <p:spPr>
          <a:xfrm>
            <a:off x="3012141" y="812800"/>
            <a:ext cx="38906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dirty="0">
                <a:solidFill>
                  <a:srgbClr val="00B050"/>
                </a:solidFill>
              </a:rPr>
              <a:t>TOTAL $127,110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3776" y="152400"/>
            <a:ext cx="6347714" cy="1320800"/>
          </a:xfrm>
        </p:spPr>
        <p:txBody>
          <a:bodyPr/>
          <a:lstStyle/>
          <a:p>
            <a:r>
              <a:rPr dirty="0" err="1"/>
              <a:t>Cobranza</a:t>
            </a:r>
            <a:r>
              <a:rPr lang="es-MX" dirty="0"/>
              <a:t> </a:t>
            </a:r>
            <a:r>
              <a:rPr dirty="0" err="1"/>
              <a:t>Vencida</a:t>
            </a:r>
            <a:endParaRPr dirty="0"/>
          </a:p>
        </p:txBody>
      </p:sp>
      <p:pic>
        <p:nvPicPr>
          <p:cNvPr id="3" name="Picture 2" descr="CobranzaVenci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776" y="1828800"/>
            <a:ext cx="8621486" cy="502920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FCE77C3A-6F1C-42DC-B09B-4E63A98BA22D}"/>
              </a:ext>
            </a:extLst>
          </p:cNvPr>
          <p:cNvSpPr txBox="1"/>
          <p:nvPr/>
        </p:nvSpPr>
        <p:spPr>
          <a:xfrm>
            <a:off x="3012141" y="812800"/>
            <a:ext cx="38906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dirty="0">
                <a:solidFill>
                  <a:srgbClr val="00B050"/>
                </a:solidFill>
              </a:rPr>
              <a:t>TOTAL $166,220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988" y="170329"/>
            <a:ext cx="6347714" cy="1320800"/>
          </a:xfrm>
        </p:spPr>
        <p:txBody>
          <a:bodyPr/>
          <a:lstStyle/>
          <a:p>
            <a:r>
              <a:rPr dirty="0" err="1"/>
              <a:t>Cobranza</a:t>
            </a:r>
            <a:r>
              <a:rPr lang="es-MX" dirty="0"/>
              <a:t> </a:t>
            </a:r>
            <a:r>
              <a:rPr dirty="0" err="1"/>
              <a:t>Efectiva</a:t>
            </a:r>
            <a:endParaRPr dirty="0"/>
          </a:p>
        </p:txBody>
      </p:sp>
      <p:pic>
        <p:nvPicPr>
          <p:cNvPr id="3" name="Picture 2" descr="CobranzaEfectiv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988" y="1739153"/>
            <a:ext cx="8621486" cy="502920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A3A85A91-E355-445B-8513-A65B3E7B03E1}"/>
              </a:ext>
            </a:extLst>
          </p:cNvPr>
          <p:cNvSpPr txBox="1"/>
          <p:nvPr/>
        </p:nvSpPr>
        <p:spPr>
          <a:xfrm>
            <a:off x="3012141" y="812800"/>
            <a:ext cx="38906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dirty="0">
                <a:solidFill>
                  <a:srgbClr val="00B050"/>
                </a:solidFill>
              </a:rPr>
              <a:t>TOTAL $1,228,968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683" y="116541"/>
            <a:ext cx="6347714" cy="1320800"/>
          </a:xfrm>
        </p:spPr>
        <p:txBody>
          <a:bodyPr/>
          <a:lstStyle/>
          <a:p>
            <a:r>
              <a:rPr dirty="0" err="1"/>
              <a:t>Cobranza</a:t>
            </a:r>
            <a:r>
              <a:rPr lang="es-MX" dirty="0"/>
              <a:t> Total</a:t>
            </a:r>
            <a:endParaRPr dirty="0"/>
          </a:p>
        </p:txBody>
      </p:sp>
      <p:pic>
        <p:nvPicPr>
          <p:cNvPr id="3" name="Picture 2" descr="CobranzaPaga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83" y="1712259"/>
            <a:ext cx="8621486" cy="502920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EB18665C-72F4-4D19-B57E-498FB092B971}"/>
              </a:ext>
            </a:extLst>
          </p:cNvPr>
          <p:cNvSpPr txBox="1"/>
          <p:nvPr/>
        </p:nvSpPr>
        <p:spPr>
          <a:xfrm>
            <a:off x="3012141" y="812800"/>
            <a:ext cx="38906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dirty="0">
                <a:solidFill>
                  <a:srgbClr val="00B050"/>
                </a:solidFill>
              </a:rPr>
              <a:t>TOTAL $1,408,644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4812" y="134471"/>
            <a:ext cx="6347714" cy="1320800"/>
          </a:xfrm>
        </p:spPr>
        <p:txBody>
          <a:bodyPr/>
          <a:lstStyle/>
          <a:p>
            <a:r>
              <a:rPr dirty="0" err="1"/>
              <a:t>Cobranza</a:t>
            </a:r>
            <a:r>
              <a:rPr lang="es-MX" dirty="0"/>
              <a:t> </a:t>
            </a:r>
            <a:r>
              <a:rPr dirty="0" err="1"/>
              <a:t>Recuperada</a:t>
            </a:r>
            <a:endParaRPr dirty="0"/>
          </a:p>
        </p:txBody>
      </p:sp>
      <p:pic>
        <p:nvPicPr>
          <p:cNvPr id="3" name="Picture 2" descr="CobranzaRecupera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812" y="1694329"/>
            <a:ext cx="8621486" cy="502920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C5046277-1D77-451F-BE51-92E50A09B234}"/>
              </a:ext>
            </a:extLst>
          </p:cNvPr>
          <p:cNvSpPr txBox="1"/>
          <p:nvPr/>
        </p:nvSpPr>
        <p:spPr>
          <a:xfrm>
            <a:off x="3012141" y="812800"/>
            <a:ext cx="38906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dirty="0">
                <a:solidFill>
                  <a:srgbClr val="00B050"/>
                </a:solidFill>
              </a:rPr>
              <a:t>TOTAL $115,277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917" y="125506"/>
            <a:ext cx="6347714" cy="1320800"/>
          </a:xfrm>
        </p:spPr>
        <p:txBody>
          <a:bodyPr/>
          <a:lstStyle/>
          <a:p>
            <a:r>
              <a:rPr dirty="0" err="1"/>
              <a:t>Cobranza</a:t>
            </a:r>
            <a:r>
              <a:rPr lang="es-MX" dirty="0"/>
              <a:t> </a:t>
            </a:r>
            <a:r>
              <a:rPr dirty="0" err="1"/>
              <a:t>Adelantada</a:t>
            </a:r>
            <a:endParaRPr dirty="0"/>
          </a:p>
        </p:txBody>
      </p:sp>
      <p:pic>
        <p:nvPicPr>
          <p:cNvPr id="3" name="Picture 2" descr="CobranzaAdelanta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917" y="1344706"/>
            <a:ext cx="8621486" cy="502920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A3985F9A-A6D7-41BA-BE95-86A9E331B725}"/>
              </a:ext>
            </a:extLst>
          </p:cNvPr>
          <p:cNvSpPr txBox="1"/>
          <p:nvPr/>
        </p:nvSpPr>
        <p:spPr>
          <a:xfrm>
            <a:off x="3012141" y="812800"/>
            <a:ext cx="38906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dirty="0">
                <a:solidFill>
                  <a:srgbClr val="00B050"/>
                </a:solidFill>
              </a:rPr>
              <a:t>TOTAL $8,618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0329" y="161364"/>
            <a:ext cx="6347714" cy="1320800"/>
          </a:xfrm>
        </p:spPr>
        <p:txBody>
          <a:bodyPr/>
          <a:lstStyle/>
          <a:p>
            <a:r>
              <a:rPr dirty="0" err="1"/>
              <a:t>Proyeccion</a:t>
            </a:r>
            <a:r>
              <a:rPr dirty="0"/>
              <a:t> </a:t>
            </a:r>
            <a:r>
              <a:rPr dirty="0" err="1"/>
              <a:t>Mes</a:t>
            </a:r>
            <a:r>
              <a:rPr dirty="0"/>
              <a:t> </a:t>
            </a:r>
            <a:r>
              <a:rPr dirty="0" err="1"/>
              <a:t>Siguiente</a:t>
            </a:r>
            <a:endParaRPr dirty="0"/>
          </a:p>
        </p:txBody>
      </p:sp>
      <p:pic>
        <p:nvPicPr>
          <p:cNvPr id="3" name="Picture 2" descr="ProyeccionMesSiguien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257" y="1417638"/>
            <a:ext cx="8621486" cy="502920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B8FC3EAD-16CC-45A1-9FCA-0ABBE839F250}"/>
              </a:ext>
            </a:extLst>
          </p:cNvPr>
          <p:cNvSpPr txBox="1"/>
          <p:nvPr/>
        </p:nvSpPr>
        <p:spPr>
          <a:xfrm>
            <a:off x="394447" y="812800"/>
            <a:ext cx="650837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dirty="0">
                <a:solidFill>
                  <a:srgbClr val="00B050"/>
                </a:solidFill>
              </a:rPr>
              <a:t>Cobranza Corriente </a:t>
            </a:r>
            <a:br>
              <a:rPr lang="es-MX" sz="3200" dirty="0">
                <a:solidFill>
                  <a:srgbClr val="00B050"/>
                </a:solidFill>
              </a:rPr>
            </a:br>
            <a:r>
              <a:rPr lang="es-MX" sz="3200" dirty="0">
                <a:solidFill>
                  <a:srgbClr val="00B050"/>
                </a:solidFill>
              </a:rPr>
              <a:t>TOTAL $1,158,184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a">
  <a:themeElements>
    <a:clrScheme name="Facet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9</TotalTime>
  <Words>44</Words>
  <Application>Microsoft Office PowerPoint</Application>
  <PresentationFormat>Presentación en pantalla (4:3)</PresentationFormat>
  <Paragraphs>17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Arial</vt:lpstr>
      <vt:lpstr>Trebuchet MS</vt:lpstr>
      <vt:lpstr>Wingdings 3</vt:lpstr>
      <vt:lpstr>Faceta</vt:lpstr>
      <vt:lpstr>Grafica General</vt:lpstr>
      <vt:lpstr>CobranzaCorriente</vt:lpstr>
      <vt:lpstr>Cancelaciones</vt:lpstr>
      <vt:lpstr>Cobranza Vencida</vt:lpstr>
      <vt:lpstr>Cobranza Efectiva</vt:lpstr>
      <vt:lpstr>Cobranza Total</vt:lpstr>
      <vt:lpstr>Cobranza Recuperada</vt:lpstr>
      <vt:lpstr>Cobranza Adelantada</vt:lpstr>
      <vt:lpstr>Proyeccion Mes Siguiente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Grafica General</dc:title>
  <dc:subject/>
  <dc:creator>Hector Lopez</dc:creator>
  <cp:keywords/>
  <dc:description>generated using python-pptx</dc:description>
  <cp:lastModifiedBy>Hector Lopez</cp:lastModifiedBy>
  <cp:revision>6</cp:revision>
  <dcterms:created xsi:type="dcterms:W3CDTF">2013-01-27T09:14:16Z</dcterms:created>
  <dcterms:modified xsi:type="dcterms:W3CDTF">2026-05-13T21:52:39Z</dcterms:modified>
  <cp:category/>
</cp:coreProperties>
</file>