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Grafica General</a:t>
            </a:r>
          </a:p>
        </p:txBody>
      </p:sp>
      <p:pic>
        <p:nvPicPr>
          <p:cNvPr id="3" name="Picture 2" descr="Grafica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12" y="1554162"/>
            <a:ext cx="862148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COBRANZA CORRIENTE</a:t>
            </a:r>
          </a:p>
        </p:txBody>
      </p:sp>
      <p:pic>
        <p:nvPicPr>
          <p:cNvPr id="3" name="Picture 2" descr="CobranzaCorr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2" y="1658470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E34FA4B-EF12-4543-9D00-69118F7ADD8B}"/>
              </a:ext>
            </a:extLst>
          </p:cNvPr>
          <p:cNvSpPr txBox="1"/>
          <p:nvPr/>
        </p:nvSpPr>
        <p:spPr>
          <a:xfrm>
            <a:off x="3702422" y="1168722"/>
            <a:ext cx="3352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TOTAL $2,242,449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CANCELACIONES</a:t>
            </a:r>
          </a:p>
        </p:txBody>
      </p:sp>
      <p:pic>
        <p:nvPicPr>
          <p:cNvPr id="3" name="Picture 2" descr="Cancel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676400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13DD346-69E5-4B6D-A40B-902A40F1A129}"/>
              </a:ext>
            </a:extLst>
          </p:cNvPr>
          <p:cNvSpPr txBox="1"/>
          <p:nvPr/>
        </p:nvSpPr>
        <p:spPr>
          <a:xfrm>
            <a:off x="3702423" y="1168722"/>
            <a:ext cx="2384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TOTAL $197,922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COBRANZA VENCIDA</a:t>
            </a:r>
          </a:p>
        </p:txBody>
      </p:sp>
      <p:pic>
        <p:nvPicPr>
          <p:cNvPr id="3" name="Picture 2" descr="CobranzaVenc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41" y="1640541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8FD2AEF-21D6-41C9-AA11-2FB3672E5880}"/>
              </a:ext>
            </a:extLst>
          </p:cNvPr>
          <p:cNvSpPr txBox="1"/>
          <p:nvPr/>
        </p:nvSpPr>
        <p:spPr>
          <a:xfrm>
            <a:off x="3621741" y="1128980"/>
            <a:ext cx="2384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TOTAL $153,947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COBRANZA EFECTIVA</a:t>
            </a:r>
          </a:p>
        </p:txBody>
      </p:sp>
      <p:pic>
        <p:nvPicPr>
          <p:cNvPr id="3" name="Picture 2" descr="CobranzaEfec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53" y="1685364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EF9F509-F74F-4018-B585-8E6DCF471C2C}"/>
              </a:ext>
            </a:extLst>
          </p:cNvPr>
          <p:cNvSpPr txBox="1"/>
          <p:nvPr/>
        </p:nvSpPr>
        <p:spPr>
          <a:xfrm>
            <a:off x="3433481" y="1186805"/>
            <a:ext cx="2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TOTAL $1,826,933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COBRANZA TOTAL</a:t>
            </a:r>
          </a:p>
        </p:txBody>
      </p:sp>
      <p:pic>
        <p:nvPicPr>
          <p:cNvPr id="3" name="Picture 2" descr="CobranzaPag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712259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305E3A3-CAB8-4C38-B210-9250E123DB13}"/>
              </a:ext>
            </a:extLst>
          </p:cNvPr>
          <p:cNvSpPr txBox="1"/>
          <p:nvPr/>
        </p:nvSpPr>
        <p:spPr>
          <a:xfrm>
            <a:off x="3442447" y="1154104"/>
            <a:ext cx="271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TOTAL $2,002,535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COBRANZA RECUPERADA</a:t>
            </a:r>
          </a:p>
        </p:txBody>
      </p:sp>
      <p:pic>
        <p:nvPicPr>
          <p:cNvPr id="3" name="Picture 2" descr="CobranzaRecupe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" y="1855694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0C0C153-976F-4ED0-890F-2D9EC36B0F44}"/>
              </a:ext>
            </a:extLst>
          </p:cNvPr>
          <p:cNvSpPr txBox="1"/>
          <p:nvPr/>
        </p:nvSpPr>
        <p:spPr>
          <a:xfrm>
            <a:off x="3316942" y="1192306"/>
            <a:ext cx="328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TOTAL $130,191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Cobranza Adelantada</a:t>
            </a:r>
          </a:p>
        </p:txBody>
      </p:sp>
      <p:pic>
        <p:nvPicPr>
          <p:cNvPr id="3" name="Picture 2" descr="CobranzaAdelan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694330"/>
            <a:ext cx="862148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PROYECCION MES SIGUIENTE</a:t>
            </a:r>
          </a:p>
        </p:txBody>
      </p:sp>
      <p:pic>
        <p:nvPicPr>
          <p:cNvPr id="3" name="Picture 2" descr="ProyeccionMesSigu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2" y="1721223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63D2C2D-6B29-4CD2-9545-7D17B37A1835}"/>
              </a:ext>
            </a:extLst>
          </p:cNvPr>
          <p:cNvSpPr txBox="1"/>
          <p:nvPr/>
        </p:nvSpPr>
        <p:spPr>
          <a:xfrm>
            <a:off x="2286000" y="1186805"/>
            <a:ext cx="4957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COBRANZA CORRIENTE $1,227,299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40</Words>
  <Application>Microsoft Office PowerPoint</Application>
  <PresentationFormat>Presentación en pantalla (4:3)</PresentationFormat>
  <Paragraphs>16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Grafica General</vt:lpstr>
      <vt:lpstr>COBRANZA CORRIENTE</vt:lpstr>
      <vt:lpstr>CANCELACIONES</vt:lpstr>
      <vt:lpstr>COBRANZA VENCIDA</vt:lpstr>
      <vt:lpstr>COBRANZA EFECTIVA</vt:lpstr>
      <vt:lpstr>COBRANZA TOTAL</vt:lpstr>
      <vt:lpstr>COBRANZA RECUPERADA</vt:lpstr>
      <vt:lpstr>Cobranza Adelantada</vt:lpstr>
      <vt:lpstr>PROYECCION MES SIGUIENTE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Grafica General</dc:title>
  <dc:subject/>
  <dc:creator>Hector Lopez</dc:creator>
  <cp:keywords/>
  <dc:description>generated using python-pptx</dc:description>
  <cp:lastModifiedBy>Hector Lopez</cp:lastModifiedBy>
  <cp:revision>6</cp:revision>
  <dcterms:created xsi:type="dcterms:W3CDTF">2013-01-27T09:14:16Z</dcterms:created>
  <dcterms:modified xsi:type="dcterms:W3CDTF">2025-06-25T20:14:30Z</dcterms:modified>
  <cp:category/>
</cp:coreProperties>
</file>