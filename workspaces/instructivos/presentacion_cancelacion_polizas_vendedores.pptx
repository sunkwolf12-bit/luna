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Procedimiento: Cancelación de Pólizas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Actualización: 15/10/2025</a:t>
            </a:r>
          </a:p>
          <a:p>
            <a:r>
              <a:t>Presentación para Vendedores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Establecer el proceso de cancelación de pólizas por diversos motivos (atraso en pago, solicitud del cliente, PC8, etc.).</a:t>
            </a:r>
          </a:p>
          <a:p>
            <a:pPr>
              <a:defRPr sz="2000"/>
            </a:pPr>
            <a:r>
              <a:t>Garantizar: código correcto + penalización/bloqueo conforme a políticas internas.</a:t>
            </a:r>
          </a:p>
          <a:p>
            <a:pPr>
              <a:defRPr sz="2000"/>
            </a:pPr>
            <a:r>
              <a:t>Involucra: Cobranza y Ventas.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Gerente de Cobranza: autoriza y aplica el código de cancelación.</a:t>
            </a:r>
          </a:p>
          <a:p>
            <a:pPr>
              <a:defRPr sz="2000"/>
            </a:pPr>
            <a:r>
              <a:t>Cobradores: ejecución de procedimientos de cobro.</a:t>
            </a:r>
          </a:p>
          <a:p>
            <a:pPr>
              <a:defRPr sz="2000"/>
            </a:pPr>
            <a:r>
              <a:t>Ejecutivo de Ventas: seguimiento al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Definiciones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C11: Cliente canceló con atraso.</a:t>
            </a:r>
          </a:p>
          <a:p>
            <a:pPr>
              <a:defRPr sz="2000"/>
            </a:pPr>
            <a:r>
              <a:t>C5: Cliente moroso; bloqueado con penalización de 6 meses.</a:t>
            </a:r>
          </a:p>
          <a:p>
            <a:pPr>
              <a:defRPr sz="2000"/>
            </a:pPr>
            <a:r>
              <a:t>Penalización: periodo en el que el cliente no puede contratar ni renovar pólizas.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Códigos de cancelación (resumen)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C1 No tiene dinero</a:t>
            </a:r>
          </a:p>
          <a:p>
            <a:pPr>
              <a:defRPr sz="2000"/>
            </a:pPr>
            <a:r>
              <a:t>C2 Vendió el vehículo</a:t>
            </a:r>
          </a:p>
          <a:p>
            <a:pPr>
              <a:defRPr sz="2000"/>
            </a:pPr>
            <a:r>
              <a:t>C3 Mala cobranza</a:t>
            </a:r>
          </a:p>
          <a:p>
            <a:pPr>
              <a:defRPr sz="2000"/>
            </a:pPr>
            <a:r>
              <a:t>C4 Contrató con otra aseguradora</a:t>
            </a:r>
          </a:p>
          <a:p>
            <a:pPr>
              <a:defRPr sz="2000"/>
            </a:pPr>
            <a:r>
              <a:t>C5 Cliente moroso (bloqueo 6 meses; solo Gerente de Cobranza)</a:t>
            </a:r>
          </a:p>
          <a:p>
            <a:pPr>
              <a:defRPr sz="2000"/>
            </a:pPr>
            <a:r>
              <a:t>C6 Labor de venta mala</a:t>
            </a:r>
          </a:p>
          <a:p>
            <a:pPr>
              <a:defRPr sz="2000"/>
            </a:pPr>
            <a:r>
              <a:t>C7 Robaron el vehículo</a:t>
            </a:r>
          </a:p>
          <a:p>
            <a:pPr>
              <a:defRPr sz="2000"/>
            </a:pPr>
            <a:r>
              <a:t>C8 Vehículo descompuesto</a:t>
            </a:r>
          </a:p>
          <a:p>
            <a:pPr>
              <a:defRPr sz="2000"/>
            </a:pPr>
            <a:r>
              <a:t>C9 Voluntad del cliente</a:t>
            </a:r>
          </a:p>
          <a:p>
            <a:pPr>
              <a:defRPr sz="2000"/>
            </a:pPr>
            <a:r>
              <a:t>C10 Cliente reincidente (bloqueo 1 año)</a:t>
            </a:r>
          </a:p>
          <a:p>
            <a:pPr>
              <a:defRPr sz="2000"/>
            </a:pPr>
            <a:r>
              <a:t>C11 Canceló con atraso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1: Cancelación en SIGA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Ingresar a SIGA.</a:t>
            </a:r>
          </a:p>
          <a:p>
            <a:pPr>
              <a:defRPr sz="2000"/>
            </a:pPr>
            <a:r>
              <a:t>Introducir folio del contratante y verificar nombre.</a:t>
            </a:r>
          </a:p>
          <a:p>
            <a:pPr>
              <a:defRPr sz="2000"/>
            </a:pPr>
            <a:r>
              <a:t>Seleccionar botón “Cancelar”.</a:t>
            </a:r>
          </a:p>
          <a:p>
            <a:pPr>
              <a:defRPr sz="2000"/>
            </a:pPr>
            <a:r>
              <a:t>Ingresar motivo y código de cancelación (ej. C5).</a:t>
            </a:r>
          </a:p>
          <a:p>
            <a:pPr>
              <a:defRPr sz="2000"/>
            </a:pPr>
            <a:r>
              <a:t>Observaciones sugeridas: “Cliente moroso; bloqueado en sistema (fechas inicio y fin del bloqueo)”.</a:t>
            </a:r>
          </a:p>
          <a:p>
            <a:pPr>
              <a:defRPr sz="2000"/>
            </a:pPr>
            <a:r>
              <a:t>Notificar a: Ejecutivo de Ventas, Cobrador y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Notificaciones (canales)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Cliente: WhatsApp.</a:t>
            </a:r>
          </a:p>
          <a:p>
            <a:pPr>
              <a:defRPr sz="2000"/>
            </a:pPr>
            <a:r>
              <a:t>Vendedor y cobrador: Telegram.</a:t>
            </a:r>
          </a:p>
          <a:p>
            <a:pPr>
              <a:defRPr sz="2000"/>
            </a:pPr>
            <a:r>
              <a:t>(Mensajes oficiales: se anexan/definen por Cobranza para estandarizar el tono).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2: Registro en Excel pagos_V3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Abrir archivo “pagos_V3”.</a:t>
            </a:r>
          </a:p>
          <a:p>
            <a:pPr>
              <a:defRPr sz="2000"/>
            </a:pPr>
            <a:r>
              <a:t>Buscar y seleccionar el folio asociado.</a:t>
            </a:r>
          </a:p>
          <a:p>
            <a:pPr>
              <a:defRPr sz="2000"/>
            </a:pPr>
            <a:r>
              <a:t>Ubicarse en la última aportación pendiente de pago.</a:t>
            </a:r>
          </a:p>
          <a:p>
            <a:pPr>
              <a:defRPr sz="2000"/>
            </a:pPr>
            <a:r>
              <a:t>En tabla “Cancelaciones”: clic en “Cargar datos”.</a:t>
            </a:r>
          </a:p>
          <a:p>
            <a:pPr>
              <a:defRPr sz="2000"/>
            </a:pPr>
            <a:r>
              <a:t>Seleccionar “Código” (menú desplegable) y clic en “Nueva”.</a:t>
            </a:r>
          </a:p>
          <a:p>
            <a:pPr>
              <a:defRPr sz="2000"/>
            </a:pPr>
            <a:r>
              <a:t>Validar histórico: ubicación “Archivo” y observación “Cancelación”.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3: Archivo físico (tarjeta/póliza)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Sellar la tarjeta: “CANCELADO” + código en parte superior derecha.</a:t>
            </a:r>
          </a:p>
          <a:p>
            <a:pPr>
              <a:defRPr sz="2000"/>
            </a:pPr>
            <a:r>
              <a:t>Entregar tarjeta cancelada a Gerente Administrativo (control por Vendedor).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Consideraciones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Reactivación: el cliente debe cubrir en una sola exhibición el total de aportaciones vencidas.</a:t>
            </a:r>
          </a:p>
          <a:p>
            <a:pPr>
              <a:defRPr sz="2000"/>
            </a:pPr>
            <a:r>
              <a:t>El servicio se reactiva 24 horas después de reportar el pago.</a:t>
            </a:r>
          </a:p>
          <a:p>
            <a:pPr>
              <a:defRPr sz="2000"/>
            </a:pPr>
            <a:r>
              <a:t>Recordatorio: solo Gerente de Cobranza realiza cancelaciones.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